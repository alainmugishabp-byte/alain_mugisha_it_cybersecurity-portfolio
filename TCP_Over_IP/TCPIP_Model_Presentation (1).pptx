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411fed6e6aed1ca" providerId="LiveId" clId="{435F2BF7-16F6-4B75-BFFE-CD9850FB57A2}"/>
    <pc:docChg chg="custSel addSld delSld modSld sldOrd">
      <pc:chgData name="" userId="1411fed6e6aed1ca" providerId="LiveId" clId="{435F2BF7-16F6-4B75-BFFE-CD9850FB57A2}" dt="2026-10-06T12:32:27.364" v="95" actId="20577"/>
      <pc:docMkLst>
        <pc:docMk/>
      </pc:docMkLst>
      <pc:sldChg chg="modSp">
        <pc:chgData name="" userId="1411fed6e6aed1ca" providerId="LiveId" clId="{435F2BF7-16F6-4B75-BFFE-CD9850FB57A2}" dt="2026-10-06T12:31:08.735" v="38" actId="20577"/>
        <pc:sldMkLst>
          <pc:docMk/>
          <pc:sldMk cId="0" sldId="256"/>
        </pc:sldMkLst>
        <pc:spChg chg="mod">
          <ac:chgData name="" userId="1411fed6e6aed1ca" providerId="LiveId" clId="{435F2BF7-16F6-4B75-BFFE-CD9850FB57A2}" dt="2026-10-06T12:31:08.735" v="38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17.579" v="43" actId="20577"/>
        <pc:sldMkLst>
          <pc:docMk/>
          <pc:sldMk cId="0" sldId="257"/>
        </pc:sldMkLst>
        <pc:spChg chg="mod">
          <ac:chgData name="" userId="1411fed6e6aed1ca" providerId="LiveId" clId="{435F2BF7-16F6-4B75-BFFE-CD9850FB57A2}" dt="2026-10-06T12:31:17.579" v="4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24.637" v="49" actId="20577"/>
        <pc:sldMkLst>
          <pc:docMk/>
          <pc:sldMk cId="0" sldId="258"/>
        </pc:sldMkLst>
        <pc:spChg chg="mod">
          <ac:chgData name="" userId="1411fed6e6aed1ca" providerId="LiveId" clId="{435F2BF7-16F6-4B75-BFFE-CD9850FB57A2}" dt="2026-10-06T12:31:24.637" v="4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32.359" v="54" actId="20577"/>
        <pc:sldMkLst>
          <pc:docMk/>
          <pc:sldMk cId="0" sldId="259"/>
        </pc:sldMkLst>
        <pc:spChg chg="mod">
          <ac:chgData name="" userId="1411fed6e6aed1ca" providerId="LiveId" clId="{435F2BF7-16F6-4B75-BFFE-CD9850FB57A2}" dt="2026-10-06T12:31:32.359" v="54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41.617" v="60" actId="20577"/>
        <pc:sldMkLst>
          <pc:docMk/>
          <pc:sldMk cId="0" sldId="260"/>
        </pc:sldMkLst>
        <pc:spChg chg="mod">
          <ac:chgData name="" userId="1411fed6e6aed1ca" providerId="LiveId" clId="{435F2BF7-16F6-4B75-BFFE-CD9850FB57A2}" dt="2026-10-06T12:31:41.617" v="6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49.059" v="65" actId="20577"/>
        <pc:sldMkLst>
          <pc:docMk/>
          <pc:sldMk cId="0" sldId="261"/>
        </pc:sldMkLst>
        <pc:spChg chg="mod">
          <ac:chgData name="" userId="1411fed6e6aed1ca" providerId="LiveId" clId="{435F2BF7-16F6-4B75-BFFE-CD9850FB57A2}" dt="2026-10-06T12:31:49.059" v="65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1:56.346" v="70" actId="20577"/>
        <pc:sldMkLst>
          <pc:docMk/>
          <pc:sldMk cId="0" sldId="262"/>
        </pc:sldMkLst>
        <pc:spChg chg="mod">
          <ac:chgData name="" userId="1411fed6e6aed1ca" providerId="LiveId" clId="{435F2BF7-16F6-4B75-BFFE-CD9850FB57A2}" dt="2026-10-06T12:31:56.346" v="7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2:02.171" v="75" actId="20577"/>
        <pc:sldMkLst>
          <pc:docMk/>
          <pc:sldMk cId="0" sldId="263"/>
        </pc:sldMkLst>
        <pc:spChg chg="mod">
          <ac:chgData name="" userId="1411fed6e6aed1ca" providerId="LiveId" clId="{435F2BF7-16F6-4B75-BFFE-CD9850FB57A2}" dt="2026-10-06T12:32:02.171" v="75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2:07.248" v="80" actId="20577"/>
        <pc:sldMkLst>
          <pc:docMk/>
          <pc:sldMk cId="0" sldId="264"/>
        </pc:sldMkLst>
        <pc:spChg chg="mod">
          <ac:chgData name="" userId="1411fed6e6aed1ca" providerId="LiveId" clId="{435F2BF7-16F6-4B75-BFFE-CD9850FB57A2}" dt="2026-10-06T12:32:07.248" v="8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2:14.107" v="85" actId="20577"/>
        <pc:sldMkLst>
          <pc:docMk/>
          <pc:sldMk cId="0" sldId="265"/>
        </pc:sldMkLst>
        <pc:spChg chg="mod">
          <ac:chgData name="" userId="1411fed6e6aed1ca" providerId="LiveId" clId="{435F2BF7-16F6-4B75-BFFE-CD9850FB57A2}" dt="2026-10-06T12:32:14.107" v="8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" userId="1411fed6e6aed1ca" providerId="LiveId" clId="{435F2BF7-16F6-4B75-BFFE-CD9850FB57A2}" dt="2026-10-06T12:32:21.088" v="90" actId="20577"/>
        <pc:sldMkLst>
          <pc:docMk/>
          <pc:sldMk cId="0" sldId="266"/>
        </pc:sldMkLst>
        <pc:spChg chg="mod">
          <ac:chgData name="" userId="1411fed6e6aed1ca" providerId="LiveId" clId="{435F2BF7-16F6-4B75-BFFE-CD9850FB57A2}" dt="2026-10-06T12:32:21.088" v="90" actId="20577"/>
          <ac:spMkLst>
            <pc:docMk/>
            <pc:sldMk cId="0" sldId="266"/>
            <ac:spMk id="3" creationId="{00000000-0000-0000-0000-000000000000}"/>
          </ac:spMkLst>
        </pc:spChg>
      </pc:sldChg>
      <pc:sldChg chg="add del">
        <pc:chgData name="" userId="1411fed6e6aed1ca" providerId="LiveId" clId="{435F2BF7-16F6-4B75-BFFE-CD9850FB57A2}" dt="2026-10-06T09:08:33.313" v="31" actId="2696"/>
        <pc:sldMkLst>
          <pc:docMk/>
          <pc:sldMk cId="501121787" sldId="268"/>
        </pc:sldMkLst>
      </pc:sldChg>
      <pc:sldChg chg="add del">
        <pc:chgData name="" userId="1411fed6e6aed1ca" providerId="LiveId" clId="{435F2BF7-16F6-4B75-BFFE-CD9850FB57A2}" dt="2026-10-06T08:24:50.664" v="3" actId="2696"/>
        <pc:sldMkLst>
          <pc:docMk/>
          <pc:sldMk cId="1105899483" sldId="269"/>
        </pc:sldMkLst>
      </pc:sldChg>
      <pc:sldChg chg="delSp modSp add ord setBg">
        <pc:chgData name="" userId="1411fed6e6aed1ca" providerId="LiveId" clId="{435F2BF7-16F6-4B75-BFFE-CD9850FB57A2}" dt="2026-10-06T12:32:27.364" v="95" actId="20577"/>
        <pc:sldMkLst>
          <pc:docMk/>
          <pc:sldMk cId="2689848450" sldId="270"/>
        </pc:sldMkLst>
        <pc:spChg chg="mod">
          <ac:chgData name="" userId="1411fed6e6aed1ca" providerId="LiveId" clId="{435F2BF7-16F6-4B75-BFFE-CD9850FB57A2}" dt="2026-10-06T08:26:43.784" v="30" actId="255"/>
          <ac:spMkLst>
            <pc:docMk/>
            <pc:sldMk cId="2689848450" sldId="270"/>
            <ac:spMk id="2" creationId="{00000000-0000-0000-0000-000000000000}"/>
          </ac:spMkLst>
        </pc:spChg>
        <pc:spChg chg="mod">
          <ac:chgData name="" userId="1411fed6e6aed1ca" providerId="LiveId" clId="{435F2BF7-16F6-4B75-BFFE-CD9850FB57A2}" dt="2026-10-06T12:32:27.364" v="95" actId="20577"/>
          <ac:spMkLst>
            <pc:docMk/>
            <pc:sldMk cId="2689848450" sldId="270"/>
            <ac:spMk id="3" creationId="{00000000-0000-0000-0000-000000000000}"/>
          </ac:spMkLst>
        </pc:spChg>
        <pc:spChg chg="del">
          <ac:chgData name="" userId="1411fed6e6aed1ca" providerId="LiveId" clId="{435F2BF7-16F6-4B75-BFFE-CD9850FB57A2}" dt="2026-10-06T08:25:00.093" v="6" actId="478"/>
          <ac:spMkLst>
            <pc:docMk/>
            <pc:sldMk cId="2689848450" sldId="270"/>
            <ac:spMk id="5" creationId="{00000000-0000-0000-0000-000000000000}"/>
          </ac:spMkLst>
        </pc:spChg>
        <pc:spChg chg="del">
          <ac:chgData name="" userId="1411fed6e6aed1ca" providerId="LiveId" clId="{435F2BF7-16F6-4B75-BFFE-CD9850FB57A2}" dt="2026-10-06T08:24:56.267" v="5" actId="478"/>
          <ac:spMkLst>
            <pc:docMk/>
            <pc:sldMk cId="2689848450" sldId="270"/>
            <ac:spMk id="6" creationId="{00000000-0000-0000-0000-000000000000}"/>
          </ac:spMkLst>
        </pc:spChg>
        <pc:spChg chg="del">
          <ac:chgData name="" userId="1411fed6e6aed1ca" providerId="LiveId" clId="{435F2BF7-16F6-4B75-BFFE-CD9850FB57A2}" dt="2026-10-06T08:24:54.892" v="4" actId="478"/>
          <ac:spMkLst>
            <pc:docMk/>
            <pc:sldMk cId="2689848450" sldId="270"/>
            <ac:spMk id="7" creationId="{00000000-0000-0000-0000-000000000000}"/>
          </ac:spMkLst>
        </pc:spChg>
        <pc:spChg chg="del">
          <ac:chgData name="" userId="1411fed6e6aed1ca" providerId="LiveId" clId="{435F2BF7-16F6-4B75-BFFE-CD9850FB57A2}" dt="2026-10-06T08:25:00.093" v="6" actId="478"/>
          <ac:spMkLst>
            <pc:docMk/>
            <pc:sldMk cId="2689848450" sldId="270"/>
            <ac:spMk id="8" creationId="{00000000-0000-0000-0000-000000000000}"/>
          </ac:spMkLst>
        </pc:spChg>
        <pc:spChg chg="del">
          <ac:chgData name="" userId="1411fed6e6aed1ca" providerId="LiveId" clId="{435F2BF7-16F6-4B75-BFFE-CD9850FB57A2}" dt="2026-10-06T08:25:16.857" v="16" actId="478"/>
          <ac:spMkLst>
            <pc:docMk/>
            <pc:sldMk cId="2689848450" sldId="270"/>
            <ac:spMk id="9" creationId="{00000000-0000-0000-0000-000000000000}"/>
          </ac:spMkLst>
        </pc:spChg>
        <pc:spChg chg="del">
          <ac:chgData name="" userId="1411fed6e6aed1ca" providerId="LiveId" clId="{435F2BF7-16F6-4B75-BFFE-CD9850FB57A2}" dt="2026-10-06T08:25:15.633" v="15" actId="478"/>
          <ac:spMkLst>
            <pc:docMk/>
            <pc:sldMk cId="2689848450" sldId="270"/>
            <ac:spMk id="10" creationId="{00000000-0000-0000-0000-000000000000}"/>
          </ac:spMkLst>
        </pc:spChg>
        <pc:spChg chg="del">
          <ac:chgData name="" userId="1411fed6e6aed1ca" providerId="LiveId" clId="{435F2BF7-16F6-4B75-BFFE-CD9850FB57A2}" dt="2026-10-06T08:25:00.093" v="6" actId="478"/>
          <ac:spMkLst>
            <pc:docMk/>
            <pc:sldMk cId="2689848450" sldId="270"/>
            <ac:spMk id="11" creationId="{00000000-0000-0000-0000-000000000000}"/>
          </ac:spMkLst>
        </pc:spChg>
        <pc:spChg chg="del">
          <ac:chgData name="" userId="1411fed6e6aed1ca" providerId="LiveId" clId="{435F2BF7-16F6-4B75-BFFE-CD9850FB57A2}" dt="2026-10-06T08:25:14.193" v="14" actId="478"/>
          <ac:spMkLst>
            <pc:docMk/>
            <pc:sldMk cId="2689848450" sldId="270"/>
            <ac:spMk id="12" creationId="{00000000-0000-0000-0000-000000000000}"/>
          </ac:spMkLst>
        </pc:spChg>
        <pc:spChg chg="del">
          <ac:chgData name="" userId="1411fed6e6aed1ca" providerId="LiveId" clId="{435F2BF7-16F6-4B75-BFFE-CD9850FB57A2}" dt="2026-10-06T08:25:13.171" v="13" actId="478"/>
          <ac:spMkLst>
            <pc:docMk/>
            <pc:sldMk cId="2689848450" sldId="270"/>
            <ac:spMk id="13" creationId="{00000000-0000-0000-0000-000000000000}"/>
          </ac:spMkLst>
        </pc:spChg>
        <pc:spChg chg="del">
          <ac:chgData name="" userId="1411fed6e6aed1ca" providerId="LiveId" clId="{435F2BF7-16F6-4B75-BFFE-CD9850FB57A2}" dt="2026-10-06T08:25:00.093" v="6" actId="478"/>
          <ac:spMkLst>
            <pc:docMk/>
            <pc:sldMk cId="2689848450" sldId="270"/>
            <ac:spMk id="14" creationId="{00000000-0000-0000-0000-000000000000}"/>
          </ac:spMkLst>
        </pc:spChg>
        <pc:spChg chg="del">
          <ac:chgData name="" userId="1411fed6e6aed1ca" providerId="LiveId" clId="{435F2BF7-16F6-4B75-BFFE-CD9850FB57A2}" dt="2026-10-06T08:25:11.088" v="12" actId="478"/>
          <ac:spMkLst>
            <pc:docMk/>
            <pc:sldMk cId="2689848450" sldId="270"/>
            <ac:spMk id="15" creationId="{00000000-0000-0000-0000-000000000000}"/>
          </ac:spMkLst>
        </pc:spChg>
        <pc:spChg chg="del">
          <ac:chgData name="" userId="1411fed6e6aed1ca" providerId="LiveId" clId="{435F2BF7-16F6-4B75-BFFE-CD9850FB57A2}" dt="2026-10-06T08:25:09.325" v="11" actId="478"/>
          <ac:spMkLst>
            <pc:docMk/>
            <pc:sldMk cId="2689848450" sldId="270"/>
            <ac:spMk id="16" creationId="{00000000-0000-0000-0000-000000000000}"/>
          </ac:spMkLst>
        </pc:spChg>
        <pc:spChg chg="del">
          <ac:chgData name="" userId="1411fed6e6aed1ca" providerId="LiveId" clId="{435F2BF7-16F6-4B75-BFFE-CD9850FB57A2}" dt="2026-10-06T08:25:00.093" v="6" actId="478"/>
          <ac:spMkLst>
            <pc:docMk/>
            <pc:sldMk cId="2689848450" sldId="270"/>
            <ac:spMk id="17" creationId="{00000000-0000-0000-0000-000000000000}"/>
          </ac:spMkLst>
        </pc:spChg>
        <pc:spChg chg="del">
          <ac:chgData name="" userId="1411fed6e6aed1ca" providerId="LiveId" clId="{435F2BF7-16F6-4B75-BFFE-CD9850FB57A2}" dt="2026-10-06T08:25:05.835" v="9" actId="478"/>
          <ac:spMkLst>
            <pc:docMk/>
            <pc:sldMk cId="2689848450" sldId="270"/>
            <ac:spMk id="18" creationId="{00000000-0000-0000-0000-000000000000}"/>
          </ac:spMkLst>
        </pc:spChg>
        <pc:spChg chg="del">
          <ac:chgData name="" userId="1411fed6e6aed1ca" providerId="LiveId" clId="{435F2BF7-16F6-4B75-BFFE-CD9850FB57A2}" dt="2026-10-06T08:25:04.610" v="8" actId="478"/>
          <ac:spMkLst>
            <pc:docMk/>
            <pc:sldMk cId="2689848450" sldId="270"/>
            <ac:spMk id="19" creationId="{00000000-0000-0000-0000-000000000000}"/>
          </ac:spMkLst>
        </pc:spChg>
        <pc:spChg chg="del">
          <ac:chgData name="" userId="1411fed6e6aed1ca" providerId="LiveId" clId="{435F2BF7-16F6-4B75-BFFE-CD9850FB57A2}" dt="2026-10-06T08:25:07.179" v="10" actId="478"/>
          <ac:spMkLst>
            <pc:docMk/>
            <pc:sldMk cId="2689848450" sldId="270"/>
            <ac:spMk id="20" creationId="{00000000-0000-0000-0000-000000000000}"/>
          </ac:spMkLst>
        </pc:spChg>
        <pc:spChg chg="del">
          <ac:chgData name="" userId="1411fed6e6aed1ca" providerId="LiveId" clId="{435F2BF7-16F6-4B75-BFFE-CD9850FB57A2}" dt="2026-10-06T08:25:03.158" v="7" actId="478"/>
          <ac:spMkLst>
            <pc:docMk/>
            <pc:sldMk cId="2689848450" sldId="270"/>
            <ac:spMk id="21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2" creationId="{00000000-0000-0000-0000-000000000000}"/>
          </ac:spMkLst>
        </pc:spChg>
        <pc:spChg chg="del mod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3" creationId="{00000000-0000-0000-0000-000000000000}"/>
          </ac:spMkLst>
        </pc:spChg>
        <pc:spChg chg="del">
          <ac:chgData name="" userId="1411fed6e6aed1ca" providerId="LiveId" clId="{435F2BF7-16F6-4B75-BFFE-CD9850FB57A2}" dt="2026-10-06T08:25:28.056" v="22" actId="478"/>
          <ac:spMkLst>
            <pc:docMk/>
            <pc:sldMk cId="2689848450" sldId="270"/>
            <ac:spMk id="24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5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6" creationId="{00000000-0000-0000-0000-000000000000}"/>
          </ac:spMkLst>
        </pc:spChg>
        <pc:spChg chg="del">
          <ac:chgData name="" userId="1411fed6e6aed1ca" providerId="LiveId" clId="{435F2BF7-16F6-4B75-BFFE-CD9850FB57A2}" dt="2026-10-06T08:25:28.056" v="22" actId="478"/>
          <ac:spMkLst>
            <pc:docMk/>
            <pc:sldMk cId="2689848450" sldId="270"/>
            <ac:spMk id="27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8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29" creationId="{00000000-0000-0000-0000-000000000000}"/>
          </ac:spMkLst>
        </pc:spChg>
        <pc:spChg chg="del mod">
          <ac:chgData name="" userId="1411fed6e6aed1ca" providerId="LiveId" clId="{435F2BF7-16F6-4B75-BFFE-CD9850FB57A2}" dt="2026-10-06T08:25:28.056" v="22" actId="478"/>
          <ac:spMkLst>
            <pc:docMk/>
            <pc:sldMk cId="2689848450" sldId="270"/>
            <ac:spMk id="30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31" creationId="{00000000-0000-0000-0000-000000000000}"/>
          </ac:spMkLst>
        </pc:spChg>
        <pc:spChg chg="del">
          <ac:chgData name="" userId="1411fed6e6aed1ca" providerId="LiveId" clId="{435F2BF7-16F6-4B75-BFFE-CD9850FB57A2}" dt="2026-10-06T08:25:35.301" v="25" actId="478"/>
          <ac:spMkLst>
            <pc:docMk/>
            <pc:sldMk cId="2689848450" sldId="270"/>
            <ac:spMk id="32" creationId="{00000000-0000-0000-0000-000000000000}"/>
          </ac:spMkLst>
        </pc:spChg>
        <pc:spChg chg="del">
          <ac:chgData name="" userId="1411fed6e6aed1ca" providerId="LiveId" clId="{435F2BF7-16F6-4B75-BFFE-CD9850FB57A2}" dt="2026-10-06T08:25:28.056" v="22" actId="478"/>
          <ac:spMkLst>
            <pc:docMk/>
            <pc:sldMk cId="2689848450" sldId="270"/>
            <ac:spMk id="33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4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5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6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7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8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39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40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41" creationId="{00000000-0000-0000-0000-000000000000}"/>
          </ac:spMkLst>
        </pc:spChg>
        <pc:spChg chg="del">
          <ac:chgData name="" userId="1411fed6e6aed1ca" providerId="LiveId" clId="{435F2BF7-16F6-4B75-BFFE-CD9850FB57A2}" dt="2026-10-06T08:25:30.621" v="23" actId="478"/>
          <ac:spMkLst>
            <pc:docMk/>
            <pc:sldMk cId="2689848450" sldId="270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9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assignment and yourself. State that you will explain the TCP/IP model and demonstrate it in Cisco Packet Tracer.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objective is not only to explain the TCP/IP model theoretically, but also to demonstrate how the protocols actually work together during network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traditional layers, the main function of each, and example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topology: three /26 subnets. 192.168.0.0/26 holds PC2, Laptop0 and Switch0. 192.168.0.64/26 is the link between Router0 and Router0(1). 192.168.0.128/26 holds Switch1, Server_1, Server_2 and PC1.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interacts with the web browser, but underneath the browser, HTTP communicates with the server using the lower TCP/IP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identifies the destination host, while the TCP or UDP port identifies the application or service on that host. Example: 192.168.0.130:80.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examines the destination IP address and uses its routing table to determine where the packet should be forwarded.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switch forwards Ethernet frames using MAC addresses, while the router makes forwarding decisions using IP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slides. When PC2 sends an HTTP request, data becomes a TCP segment, then an IP packet, then an Ethernet frame. At the destination the reverse process, de-encapsulation, restores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simulation demonstrates that network communication is not handled by a single protocol. Multiple protocols operate together, with each layer providing a specific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TCP/IP combines some OSI functions. OSI Application, Presentation and Session map to the TCP/IP Application layer. OSI Data Link and Physical map to TCP/IP Network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simulation demonstrates that network communication is not handled by a single protocol. Multiple protocols operate together, with each layer providing a specific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52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final statement: the Packet Tracer demonstration showed how protocols from different TCP/IP layers work together to deliver data from a source to a destination.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JIBEX\OneDrive\Desktop\LAB_TCP_IP.pk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Model: Protocols, Layer Functions &amp; Practical Demonstration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Use Packet Tracer or a similar tool to demonstrate and explain the TCP/IP model and its protocols with clear examples at each layer. How does the TCP/IP model differ from the OSI model?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Alain Mugisha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 Engineer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63640" y="1051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338328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3383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4767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TCP/IP model and its four layers.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417320"/>
            <a:ext cx="411480" cy="411480"/>
          </a:xfrm>
          <a:prstGeom prst="ellipse">
            <a:avLst/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194767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major protocols at each layer.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9904" y="123444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417320"/>
            <a:ext cx="411480" cy="411480"/>
          </a:xfrm>
          <a:prstGeom prst="ellipse">
            <a:avLst/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194767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TCP/IP communication using Cisco Packet Tracer.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3931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encapsulation and de-encapsulation.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73552" y="292608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56432" y="3108960"/>
            <a:ext cx="411480" cy="41148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5643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363931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HTTP, TCP, IP, ICMP, ARP and Ethernet.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9904" y="2926080"/>
            <a:ext cx="25877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2784" y="3108960"/>
            <a:ext cx="411480" cy="411480"/>
          </a:xfrm>
          <a:prstGeom prst="ellipse">
            <a:avLst/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2784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72784" y="363931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TCP/IP with the OSI reference model.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TCP/IP Model?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F6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Control Protocol / Internet Protocol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networking model used to describe how devices communicate across IP networks.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91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47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Transport → Internet → Network Access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12344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234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123444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9788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DHCP, SSH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0" y="20574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60720" y="205740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97880" y="21488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communication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2450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TCP, UDP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28803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2880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28803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897880" y="2971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&amp; routing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3273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IPv4, IPv6, ICMP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370332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37033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897880" y="37947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delivery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40965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ARP, MAC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Tracer Network Topology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754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eck/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57301"/>
            <a:ext cx="4562856" cy="2177437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43000"/>
          <a:ext cx="329184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192.168.0.2/26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192.168.0.65/26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Router0(1)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192.168.0.66/26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Router0(1)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192.168.0.129/26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192.168.0.130/26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will access a web service running on Server_1, crossing two routers and three subnets.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network services directly to applications and users.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communication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048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404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resolution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3522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IP configuration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65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465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administration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95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995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325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DEMONSTRATION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737360"/>
            <a:ext cx="329184" cy="329184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1737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Server_1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214884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Server_1 &gt; Services &gt; HTTP &gt; 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697480"/>
            <a:ext cx="329184" cy="329184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6974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PC2, open the browser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92040" y="310896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0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&gt; Web Browser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3657600"/>
            <a:ext cx="329184" cy="329184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9204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657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address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92040" y="4069080"/>
            <a:ext cx="356616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0" y="4069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http://192.168.0.130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325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 and reliable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HTTP, HTTPS, SSH, FTP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290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29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Connectionless, low overhead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TCP-style acknowledgement or retransmission mechanism.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DNS (usually), DHCP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93776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3-Way Handshake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645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1645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920240"/>
            <a:ext cx="0" cy="1508760"/>
          </a:xfrm>
          <a:prstGeom prst="line">
            <a:avLst/>
          </a:prstGeom>
          <a:noFill/>
          <a:ln w="19050">
            <a:solidFill>
              <a:srgbClr val="D5DEE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955280" y="1920240"/>
            <a:ext cx="0" cy="1508760"/>
          </a:xfrm>
          <a:prstGeom prst="line">
            <a:avLst/>
          </a:prstGeom>
          <a:noFill/>
          <a:ln w="19050">
            <a:solidFill>
              <a:srgbClr val="D5DE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0" y="2103120"/>
            <a:ext cx="2468880" cy="228600"/>
          </a:xfrm>
          <a:prstGeom prst="line">
            <a:avLst/>
          </a:prstGeom>
          <a:noFill/>
          <a:ln w="2540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943600" y="1920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H="1">
            <a:off x="5486400" y="2651760"/>
            <a:ext cx="2468880" cy="228600"/>
          </a:xfrm>
          <a:prstGeom prst="line">
            <a:avLst/>
          </a:prstGeom>
          <a:noFill/>
          <a:ln w="2540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943600" y="24688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SYN-ACK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0" y="3200400"/>
            <a:ext cx="2468880" cy="228600"/>
          </a:xfrm>
          <a:prstGeom prst="line">
            <a:avLst/>
          </a:prstGeom>
          <a:noFill/>
          <a:ln w="2540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943600" y="3017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3493008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Ready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192.168.0.130</a:t>
            </a:r>
            <a:r>
              <a:rPr lang="en-US" sz="1200" b="1" dirty="0">
                <a:solidFill>
                  <a:srgbClr val="E07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 finds the host; the port finds the service.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PROTOCOLS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148132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48132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1481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48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468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29184" cy="329184"/>
          </a:xfrm>
          <a:prstGeom prst="ellipse">
            <a:avLst/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971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forwarding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29184" cy="329184"/>
          </a:xfrm>
          <a:prstGeom prst="ellipse">
            <a:avLst/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474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29184" cy="329184"/>
          </a:xfrm>
          <a:prstGeom prst="ellipse">
            <a:avLst/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977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Network-to-network communication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1188720"/>
            <a:ext cx="4114800" cy="338328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DEMONSTRATION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PC2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96596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19659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192.168.0.130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uses ICMP Echo Request and Echo Reply.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Router0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329184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2918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route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checks the destination IP and uses its routing table to decide where to forward the packet.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Access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18872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188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needs its default gateway: 192.168.0.1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31720"/>
            <a:ext cx="1280160" cy="4572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0" y="2560320"/>
            <a:ext cx="822960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01168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331720"/>
            <a:ext cx="1554480" cy="457200"/>
          </a:xfrm>
          <a:prstGeom prst="rect">
            <a:avLst/>
          </a:prstGeom>
          <a:solidFill>
            <a:srgbClr val="FBE7D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needs a destination MAC address.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188720"/>
            <a:ext cx="374904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98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PC2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185623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 -a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Switch0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2587752"/>
            <a:ext cx="3383280" cy="36576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 w="635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7800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mac address-table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832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0080" y="3493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7673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Ethernet frames using MAC addresses.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493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B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7673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forwarding decisions using IP addresses.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90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Segment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Packet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Frame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234440"/>
            <a:ext cx="2194560" cy="548640"/>
          </a:xfrm>
          <a:prstGeom prst="rect">
            <a:avLst/>
          </a:prstGeom>
          <a:solidFill>
            <a:srgbClr val="00A6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234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914400" cy="548640"/>
          </a:xfrm>
          <a:prstGeom prst="rect">
            <a:avLst/>
          </a:prstGeom>
          <a:solidFill>
            <a:srgbClr val="2F6F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Hdr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920240"/>
            <a:ext cx="2194560" cy="548640"/>
          </a:xfrm>
          <a:prstGeom prst="rect">
            <a:avLst/>
          </a:prstGeom>
          <a:solidFill>
            <a:srgbClr val="00A6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606040"/>
            <a:ext cx="914400" cy="548640"/>
          </a:xfrm>
          <a:prstGeom prst="rect">
            <a:avLst/>
          </a:prstGeom>
          <a:solidFill>
            <a:srgbClr val="4B4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Hdr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606040"/>
            <a:ext cx="914400" cy="548640"/>
          </a:xfrm>
          <a:prstGeom prst="rect">
            <a:avLst/>
          </a:prstGeom>
          <a:solidFill>
            <a:srgbClr val="2F6F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Hdr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606040"/>
            <a:ext cx="2194560" cy="548640"/>
          </a:xfrm>
          <a:prstGeom prst="rect">
            <a:avLst/>
          </a:prstGeom>
          <a:solidFill>
            <a:srgbClr val="00A6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291840"/>
            <a:ext cx="914400" cy="548640"/>
          </a:xfrm>
          <a:prstGeom prst="rect">
            <a:avLst/>
          </a:prstGeom>
          <a:solidFill>
            <a:srgbClr val="E07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Hdr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291840"/>
            <a:ext cx="914400" cy="548640"/>
          </a:xfrm>
          <a:prstGeom prst="rect">
            <a:avLst/>
          </a:prstGeom>
          <a:solidFill>
            <a:srgbClr val="4B4F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Hdr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291840"/>
            <a:ext cx="914400" cy="548640"/>
          </a:xfrm>
          <a:prstGeom prst="rect">
            <a:avLst/>
          </a:prstGeom>
          <a:solidFill>
            <a:srgbClr val="2F6FB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Hdr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3291840"/>
            <a:ext cx="2194560" cy="548640"/>
          </a:xfrm>
          <a:prstGeom prst="rect">
            <a:avLst/>
          </a:prstGeom>
          <a:solidFill>
            <a:srgbClr val="00A6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80960" y="3291840"/>
            <a:ext cx="640080" cy="548640"/>
          </a:xfrm>
          <a:prstGeom prst="rect">
            <a:avLst/>
          </a:prstGeom>
          <a:solidFill>
            <a:srgbClr val="E07B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Segment → Packet → Frame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40690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00600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De-encapsulation: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→ Packet → Segment → Data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Demonstration: HTTP Communication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1508760"/>
            <a:ext cx="329184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80944" y="1508760"/>
            <a:ext cx="329184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83664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883664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1508760"/>
            <a:ext cx="329184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10128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0A6C7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10128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33872" y="1508760"/>
            <a:ext cx="329184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00A6C7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Router0(1)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0336" y="1508760"/>
            <a:ext cx="329184" cy="0"/>
          </a:xfrm>
          <a:prstGeom prst="line">
            <a:avLst/>
          </a:prstGeom>
          <a:noFill/>
          <a:ln w="31750">
            <a:solidFill>
              <a:srgbClr val="E07B1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3056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163056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11887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8952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Simulation Mode.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2761488"/>
            <a:ext cx="365760" cy="36576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2761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HTTP traffic from PC2.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28416"/>
            <a:ext cx="365760" cy="36576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3284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traffic to Server_1.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95344"/>
            <a:ext cx="365760" cy="365760"/>
          </a:xfrm>
          <a:prstGeom prst="ellipse">
            <a:avLst/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38953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packet through Switch0, Router0, Router0(1) and Switch1 to Server_1.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2103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2395728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5216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852160" y="2962656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0" y="29626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52160" y="3529584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5216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852160" y="409651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52160" y="4096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TCP/IP vs OSI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97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(4 layers)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097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Model (7 layers)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291840" cy="1060704"/>
          </a:xfrm>
          <a:prstGeom prst="roundRect">
            <a:avLst>
              <a:gd name="adj" fmla="val 5172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514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880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3291840" cy="694944"/>
          </a:xfrm>
          <a:prstGeom prst="roundRect">
            <a:avLst>
              <a:gd name="adj" fmla="val 7895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41732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A6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1417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A6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7830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A6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2148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51460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F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2514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88036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4B4FB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2880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24612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B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3246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3611880"/>
            <a:ext cx="3291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B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0" y="3611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Application + Presentation + Session → TCP/IP Application     |     OSI Data Link + Physical → TCP/IP Network Access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 action="ppaction://hlinkfile"/>
          </p:cNvPr>
          <p:cNvSpPr txBox="1"/>
          <p:nvPr/>
        </p:nvSpPr>
        <p:spPr>
          <a:xfrm>
            <a:off x="457200" y="167059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  |  Practical Assessment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89848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Differences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traditional layers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associated with the Internet protocol suite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several networking functions together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6350">
            <a:solidFill>
              <a:srgbClr val="132B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detailed separation of networking functions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as a reference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00A6C7"/>
          </a:solidFill>
          <a:ln w="6350">
            <a:solidFill>
              <a:srgbClr val="00A6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1887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network services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901952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2F6FB3"/>
          </a:solidFill>
          <a:ln w="6350">
            <a:solidFill>
              <a:srgbClr val="2F6F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9019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0195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end-to-end communication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615184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4B4FB0"/>
          </a:solidFill>
          <a:ln w="6350">
            <a:solidFill>
              <a:srgbClr val="4B4F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6151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151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IP addressing and routing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328416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E07B1F"/>
          </a:solidFill>
          <a:ln w="6350">
            <a:solidFill>
              <a:srgbClr val="E07B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32841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32841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local network delivery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Packet Tracer demonstration showed how protocols from different TCP/IP layers work together to deliver data from a source to a destination.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1219</Words>
  <Application>Microsoft Office PowerPoint</Application>
  <PresentationFormat>On-screen Show (16:9)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 Model: Protocols, Layer Functions &amp; Practical Demonstration</dc:title>
  <dc:subject>PptxGenJS Presentation</dc:subject>
  <dc:creator>Alain Mugisha</dc:creator>
  <cp:lastModifiedBy>JIBEX</cp:lastModifiedBy>
  <cp:revision>2</cp:revision>
  <dcterms:created xsi:type="dcterms:W3CDTF">2026-09-28T16:39:18Z</dcterms:created>
  <dcterms:modified xsi:type="dcterms:W3CDTF">2026-10-06T12:32:33Z</dcterms:modified>
</cp:coreProperties>
</file>